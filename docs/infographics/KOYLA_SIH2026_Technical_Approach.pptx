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oyla_sih_presentation_slide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TECHNICAL APPROACH — KOYLA EVIDENCE INTELLIGENCE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CIL / CMPDI — Problem Statement 26023 | 7-Stage Left-to-Right Evidence Flow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2377440" cy="5394960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194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Title: System Architecture &amp; Workflow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Core Philosophy: Evidence-Centric Architecture (Not generic RAG)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Stage 01-02: Multimodal Ingestion (PDF, Scans, Tables, Maps, Boreholes)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Stage 03 (Core): Koyla Evidence Fabric in PostgreSQL 16 + pgvector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Stage 04: Hybrid BM25 + Vector + Cross-Encoder Re-ranking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Stage 05 (Diff): Discrepancy &amp; Conflict Resolution Node with 4-Eyes Review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Stage 06 (Math): Deterministic SQL/Python (SUM, AVG, YoY) vs Local LLM explanation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Stage 07: Traceable Output down to Page, Table, Cell &amp; Formula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Governance: Immutable Audit Trail &amp; Physical Source Provenance</a:t>
            </a:r>
          </a:p>
        </p:txBody>
      </p:sp>
      <p:pic>
        <p:nvPicPr>
          <p:cNvPr id="5" name="Picture 4" descr="koyla_architecture_diagram_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005840"/>
            <a:ext cx="89611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ARCHITECTURAL JUSTIFICATION &amp; DEFENSE — KOYLA EVIDENCE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3566160" cy="5486400"/>
          </a:xfrm>
          <a:prstGeom prst="rect">
            <a:avLst/>
          </a:prstGeom>
          <a:solidFill>
            <a:srgbClr val="F8FAFC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Evidence Fabric vs Vector Store</a:t>
            </a:r>
          </a:p>
          <a:p>
            <a:pPr>
              <a:spcBef>
                <a:spcPts val="800"/>
              </a:spcBef>
              <a:defRPr sz="1000"/>
            </a:pPr>
            <a:r>
              <a:t>• Generic RAG splits documents into arbitrary text chunks, losing tabular structure and spatial bounding boxes.</a:t>
            </a:r>
          </a:p>
          <a:p>
            <a:pPr>
              <a:spcBef>
                <a:spcPts val="800"/>
              </a:spcBef>
              <a:defRPr sz="1000"/>
            </a:pPr>
            <a:r>
              <a:t>• Koyla stores 8 distinct structured evidence objects in PostgreSQL 16 (Documents, Pages, Chunks, Tables, Rows, Fields, Visuals, Metadata).</a:t>
            </a:r>
          </a:p>
          <a:p>
            <a:pPr>
              <a:spcBef>
                <a:spcPts val="800"/>
              </a:spcBef>
              <a:defRPr sz="1000"/>
            </a:pPr>
            <a:r>
              <a:t>• Every single metric retains physical coordinates: Document SHA-256, page number, table ID, row index, and bounding box.</a:t>
            </a:r>
          </a:p>
          <a:p>
            <a:pPr>
              <a:spcBef>
                <a:spcPts val="800"/>
              </a:spcBef>
              <a:defRPr sz="1000"/>
            </a:pPr>
            <a:r>
              <a:t>• Result: Zero lost table geometry or ambiguous seam thicknesses.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005840"/>
            <a:ext cx="3566160" cy="5486400"/>
          </a:xfrm>
          <a:prstGeom prst="rect">
            <a:avLst/>
          </a:prstGeom>
          <a:solidFill>
            <a:srgbClr val="FFFBEB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2. Discrepancy &amp; Conflict Resolution</a:t>
            </a:r>
          </a:p>
          <a:p>
            <a:pPr>
              <a:spcBef>
                <a:spcPts val="800"/>
              </a:spcBef>
              <a:defRPr sz="1000"/>
            </a:pPr>
            <a:r>
              <a:t>• Government and geological reports often disagree across publication years, exploration phases, and subsidiary filings.</a:t>
            </a:r>
          </a:p>
          <a:p>
            <a:pPr>
              <a:spcBef>
                <a:spcPts val="800"/>
              </a:spcBef>
              <a:defRPr sz="1000"/>
            </a:pPr>
            <a:r>
              <a:t>• Koyla's Resolution Node detects numerical, temporal, and unit discrepancies automatically (e.g., CMPDI 12.4 MT vs Subsidiary 11.8 MT).</a:t>
            </a:r>
          </a:p>
          <a:p>
            <a:pPr>
              <a:spcBef>
                <a:spcPts val="800"/>
              </a:spcBef>
              <a:defRPr sz="1000"/>
            </a:pPr>
            <a:r>
              <a:t>• Instead of randomly picking or averaging values, the system flags 'CONFLICT DETECTED'.</a:t>
            </a:r>
          </a:p>
          <a:p>
            <a:pPr>
              <a:spcBef>
                <a:spcPts val="800"/>
              </a:spcBef>
              <a:defRPr sz="1000"/>
            </a:pPr>
            <a:r>
              <a:t>• Pushed to the Human Verification Queue for 4-Eyes statutory review with immutable audit logging.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005840"/>
            <a:ext cx="3566160" cy="5486400"/>
          </a:xfrm>
          <a:prstGeom prst="rect">
            <a:avLst/>
          </a:prstGeom>
          <a:solidFill>
            <a:srgbClr val="F0FDF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097280"/>
            <a:ext cx="3383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3. Deterministic Arithmetic Engine</a:t>
            </a:r>
          </a:p>
          <a:p>
            <a:pPr>
              <a:spcBef>
                <a:spcPts val="800"/>
              </a:spcBef>
              <a:defRPr sz="1000"/>
            </a:pPr>
            <a:r>
              <a:t>• LLMs are notorious for probabilistic token math errors in production, sum, and reserve calculations.</a:t>
            </a:r>
          </a:p>
          <a:p>
            <a:pPr>
              <a:spcBef>
                <a:spcPts val="800"/>
              </a:spcBef>
              <a:defRPr sz="1000"/>
            </a:pPr>
            <a:r>
              <a:t>• Koyla enforces strict path separation: SQL &amp; Python execute all SUM, AVG, MIN/MAX, YoY change, and reserve ratios.</a:t>
            </a:r>
          </a:p>
          <a:p>
            <a:pPr>
              <a:spcBef>
                <a:spcPts val="800"/>
              </a:spcBef>
              <a:defRPr sz="1000"/>
            </a:pPr>
            <a:r>
              <a:t>• The Local LLM (SmolLM2-135M / Ollama) is used solely to generate readable linguistic explanations of the verified math.</a:t>
            </a:r>
          </a:p>
          <a:p>
            <a:pPr>
              <a:spcBef>
                <a:spcPts val="800"/>
              </a:spcBef>
              <a:defRPr sz="1000"/>
            </a:pPr>
            <a:r>
              <a:t>• Complete traceability: Formula + Operands + Physical Evidence Sources recorded in the immutable audit trail.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